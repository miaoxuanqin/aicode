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2560320"/>
          </a:xfrm>
          <a:prstGeom prst="rect">
            <a:avLst/>
          </a:prstGeom>
          <a:solidFill>
            <a:srgbClr val="0A3D6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4572000" cy="1303020"/>
          </a:xfrm>
          <a:prstGeom prst="rect">
            <a:avLst/>
          </a:prstGeom>
          <a:solidFill>
            <a:srgbClr val="0A3D62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463040"/>
            <a:ext cx="27432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海南省住建厅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行业知识图谱解决方案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智慧住建 · 知识赋能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5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客户及行业背景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业务痛点分析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解决方案思路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演示说明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后续可推进项目机会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客户及行业背景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828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客户单位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海南省城乡住房建设厅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省级住建和综合执法领域知识体系建设和服务中心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73152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业务范围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全省住建领域统一管理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市场管理 · 综合执法 · 工程质量监督 · 安全监督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知识图谱覆盖范围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1005840" cy="10058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57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企业资质、市场准入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3611880"/>
            <a:ext cx="1005840" cy="10058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3657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74520" y="4069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营业执照、经营状态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17520" y="3611880"/>
            <a:ext cx="1005840" cy="10058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657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4069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城市管理执法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60520" y="3611880"/>
            <a:ext cx="1005840" cy="10058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3657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违建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60520" y="4069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违法建筑查处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03520" y="3611880"/>
            <a:ext cx="1005840" cy="10058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3657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4069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工程施工监管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46520" y="3611880"/>
            <a:ext cx="1005840" cy="10058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657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环保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4069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环境保护要求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89520" y="3611880"/>
            <a:ext cx="1005840" cy="100584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3657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89520" y="4069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园林绿化管理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业务痛点分析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知识分散难整合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政策法规、技术标准、执法案例分散于各部门，无法统一检索利用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188720" cy="2743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检索效率低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业务人员依赖经验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专家经验难以沉淀传承，新员工上手周期长，人才断层风险高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377440"/>
            <a:ext cx="1188720" cy="2743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377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培训成本高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执法依据查找繁琐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611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综合执法涉及多行业多法规，查找匹配耗时，准确率不稳定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1188720" cy="2743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97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执法效率低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2608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知识更新不同步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92040" y="3611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新政策新规范出台后，各系统知识库无法及时同步更新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4297680"/>
            <a:ext cx="1188720" cy="2743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297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信息滞后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AI 解决方案思路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188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住建知识库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综合执法法理知识库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工程质量安全知识库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业务规则库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历史案例库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100584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46888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多源异构数据抽取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实体关联构建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语义理解引擎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188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知识搜索门户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46888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一站式聚合搜索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多视角个性化配置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智能推荐反馈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25603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12280" y="100584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1188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智能应用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46888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执法智能助手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工程监管助手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问答机器人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Demo 演示说明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海南省住建知识库系统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面向全省住建和综合执法领域，提供行业知识应用与住建知识库服务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2331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知识搜索门户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一站式聚合搜索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多视角个性化配置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热点/最新知识展示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知识评论收藏点赞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19456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2331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智能助手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5661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执法智能助手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工程监管智能助手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多轮对话引导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智能推荐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19456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2331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问答助手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5661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一问一答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多轮问答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输入联想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服务评价统计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后续可推进项目机会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10972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省级住建知识库建设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435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构建综合执法法理知识库、工程质量安全知识库、业务规则库、历史案例库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1234440"/>
            <a:ext cx="64008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194560"/>
            <a:ext cx="10972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知识图谱与智能引擎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441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建设住建知识引擎，实现多源异构数据抽取、实体关联构建、语义理解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2240280"/>
            <a:ext cx="64008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2402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00400"/>
            <a:ext cx="10972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0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第三阶段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智能应用全面落地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3447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执法智能助手、工程监管助手、问答机器人等智能应用上线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3246120"/>
            <a:ext cx="640080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3246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206240"/>
            <a:ext cx="10972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06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远期规划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全省知识体系统一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20240" y="44531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推动各地市知识门户建设，实现全省住建知识一体化服务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4251960"/>
            <a:ext cx="640080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4251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3D6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011680"/>
            <a:ext cx="3200400" cy="3131820"/>
          </a:xfrm>
          <a:prstGeom prst="rect">
            <a:avLst/>
          </a:prstGeom>
          <a:solidFill>
            <a:srgbClr val="0A3D62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期待与海南省住建厅深入合作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智慧住建 · 知识赋能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海南省住建厅行业知识图谱解决方案</dc:title>
  <dc:subject>PptxGenJS Presentation</dc:subject>
  <dc:creator>AI Solutions</dc:creator>
  <cp:lastModifiedBy>AI Solutions</cp:lastModifiedBy>
  <cp:revision>1</cp:revision>
  <dcterms:created xsi:type="dcterms:W3CDTF">2026-05-01T08:24:10Z</dcterms:created>
  <dcterms:modified xsi:type="dcterms:W3CDTF">2026-05-01T08:24:10Z</dcterms:modified>
</cp:coreProperties>
</file>