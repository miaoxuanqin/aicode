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2286000"/>
          </a:xfrm>
          <a:prstGeom prst="rect">
            <a:avLst/>
          </a:prstGeom>
          <a:solidFill>
            <a:srgbClr val="0F16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3657600" cy="1485900"/>
          </a:xfrm>
          <a:prstGeom prst="rect">
            <a:avLst/>
          </a:prstGeom>
          <a:solidFill>
            <a:srgbClr val="0F163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智能解决方案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客户价值与合作机会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6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客户及行业背景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业务痛点分析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解决方案思路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演示说明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后续可推进项目机会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客户及行业背景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589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行业背景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企业处于数字化转型关键期，AI 技术正在重塑行业竞争格局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数据资产丰富，智能化应用需求迫切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期待通过 AI 提升运营效率与决策能力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客户画像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行业领军企业，拥有成熟的业务体系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高度重视技术创新与智能化升级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具备数据基础，有明确 AI 应用场景需求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业务痛点分析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效率瓶颈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人工处理耗时，数据分析周期长，决策滞后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数据孤岛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系统分散，数据无法互通，资源利用率低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成本高企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人力投入大，运营成本持续攀升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393192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知识流失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专家经验难以沉淀，人才依赖风险高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AI 解决方案思路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数据整合与治理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建立统一数据平台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打通业务数据孤岛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构建数据资产体系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280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能力赋能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知识图谱构建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智能问答分析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预测性维护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业务场景落地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智能客服机器人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辅助决策系统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自动化流程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Demo 演示说明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演示内容概览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知识管理智能助手 — 融合知识图谱与 AI 大模型，提供智能问答、知识检索、内容生成等能力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自然语言理解，准确回答专业问题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78892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可视化关系网络，深度知识关联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文档解析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自动提取关键信息，结构化处理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402336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智能推荐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基于上下文，精准推送相关内容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后续可推进项目机会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0972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知识管理智能化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构建企业知识图谱，上线智能问答系统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1417320"/>
            <a:ext cx="7315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417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651760"/>
            <a:ext cx="10972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业务自动化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流程自动化机器人，智能审批流程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697480"/>
            <a:ext cx="73152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31920"/>
            <a:ext cx="10972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794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决策智能化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数据分析平台，预测性决策支持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3977640"/>
            <a:ext cx="73152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F163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2743200" cy="2857500"/>
          </a:xfrm>
          <a:prstGeom prst="rect">
            <a:avLst/>
          </a:prstGeom>
          <a:solidFill>
            <a:srgbClr val="0F1630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期待与您深入探讨合作机会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AI解决方案说明材料</dc:title>
  <dc:subject>PptxGenJS Presentation</dc:subject>
  <dc:creator>AI Solutions</dc:creator>
  <cp:lastModifiedBy>AI Solutions</cp:lastModifiedBy>
  <cp:revision>1</cp:revision>
  <dcterms:created xsi:type="dcterms:W3CDTF">2026-05-01T08:17:44Z</dcterms:created>
  <dcterms:modified xsi:type="dcterms:W3CDTF">2026-05-01T08:17:44Z</dcterms:modified>
</cp:coreProperties>
</file>