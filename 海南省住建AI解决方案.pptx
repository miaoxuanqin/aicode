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4299E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73152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海南省住建行业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知识图谱AI解决方案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智能知识引擎驱动住建与综合执法数字化转型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743200" cy="182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北京东方金信科技股份有限公司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客户及行业背景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客户概况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海南省住房和城乡建设厅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承担全省住建领域的行政管理职责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业务范围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工程建设监管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综合行政执法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城市管理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行业背景趋势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265176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业务量快速增长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建设项目持续增加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执法事项已扩展至200+项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47472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299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3474720"/>
            <a:ext cx="2651760" cy="7315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知识体系庞杂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977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涉及法律法规上百部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技术标准规范数量庞大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474720"/>
            <a:ext cx="2651760" cy="731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信息化初步建立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977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已有质监、安监、城管系统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数据分散难以共享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1783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知识分散难找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法规文件、技术规范、执法依据分散在各个系统和文档中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知识检索耗时30分钟以上，效率低下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54864" cy="1783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执法标准不统一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综合执法事项多、依据杂，不同人员理解各异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执法结果存在差异，易引发行政诉讼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54864" cy="1783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业务学习成本高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住建与综合执法高度专业化，新人熟悉业务周期长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人才培养周期3-6个月，专家经验难传承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63240"/>
            <a:ext cx="54864" cy="1783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知识复用率低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历史执法案例、整改经验散落各处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同类问题重复研究，重复工作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AI解决方案思路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一个引擎 + 两大支撑 + 三类应用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4299E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 - 三类应用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知识搜索门户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0116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问答助手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606040"/>
            <a:ext cx="548640" cy="2286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住建知识引擎 - 核心大脑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智能搜索  |  知识推荐  |  智能推理  |  图谱分析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548640" cy="2286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023360"/>
            <a:ext cx="8229600" cy="96012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 - 两大支撑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43484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法理知识库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法规/执法事项/裁量基准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51760" y="443484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工程安全知识库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技术标准/检查清单/隐患案例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443484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审批流程/监管规程/预警规则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443484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历史案例库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执法案例/整改案例/事故案例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88720" cy="7772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37360" y="1097280"/>
            <a:ext cx="6949440" cy="77724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109728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Web门户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84320" y="123444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84320" y="109728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39840" y="123444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9840" y="109728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业务系统集成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88720" cy="7772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2057400"/>
            <a:ext cx="6949440" cy="77724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2057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82112" y="219456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2057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推荐服务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35424" y="219456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057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问答服务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88736" y="219456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2057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推理服务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42048" y="219456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2057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图谱服务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188720" cy="777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175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3017520"/>
            <a:ext cx="6949440" cy="77724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0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法理知识库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31546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安全知识库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31546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规则知识库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1546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1188720" cy="7772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977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737360" y="3977640"/>
            <a:ext cx="6949440" cy="77724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828800" y="39776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知识抽取NLP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20440" y="411480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9776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知识融合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411480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39776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411480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9776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核心技术能力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120640"/>
            <a:ext cx="2011680" cy="0"/>
          </a:xfrm>
          <a:prstGeom prst="roundRect">
            <a:avLst>
              <a:gd name="adj" fmla="val Infinity"/>
            </a:avLst>
          </a:prstGeom>
          <a:solidFill>
            <a:srgbClr val="2B6CB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自然语言理解(NLU)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5120640"/>
            <a:ext cx="2011680" cy="0"/>
          </a:xfrm>
          <a:prstGeom prst="roundRect">
            <a:avLst>
              <a:gd name="adj" fmla="val Infinity"/>
            </a:avLst>
          </a:prstGeom>
          <a:solidFill>
            <a:srgbClr val="2B6CB0"/>
          </a:solidFill>
          <a:ln/>
        </p:spPr>
      </p:sp>
      <p:sp>
        <p:nvSpPr>
          <p:cNvPr id="48" name="Text 46"/>
          <p:cNvSpPr/>
          <p:nvPr/>
        </p:nvSpPr>
        <p:spPr>
          <a:xfrm>
            <a:off x="260604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语义搜索匹配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5120640"/>
            <a:ext cx="2011680" cy="0"/>
          </a:xfrm>
          <a:prstGeom prst="roundRect">
            <a:avLst>
              <a:gd name="adj" fmla="val Infinity"/>
            </a:avLst>
          </a:pr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5120640"/>
            <a:ext cx="2011680" cy="0"/>
          </a:xfrm>
          <a:prstGeom prst="roundRect">
            <a:avLst>
              <a:gd name="adj" fmla="val Infinity"/>
            </a:avLst>
          </a:prstGeom>
          <a:solidFill>
            <a:srgbClr val="2B6CB0"/>
          </a:solidFill>
          <a:ln/>
        </p:spPr>
      </p:sp>
      <p:sp>
        <p:nvSpPr>
          <p:cNvPr id="52" name="Text 50"/>
          <p:cNvSpPr/>
          <p:nvPr/>
        </p:nvSpPr>
        <p:spPr>
          <a:xfrm>
            <a:off x="690372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智能问答推理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 - 知识中台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4299E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知识搜索门户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多视角配置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481328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热点推荐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481328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1481328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评论收藏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481328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智能应用服务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331720"/>
            <a:ext cx="25603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执法智能助手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立案辅助 / 处置推荐 / 文书生成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331720"/>
            <a:ext cx="25603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工程监管助手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质量监督 / 安全监管 / 问题诊断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331720"/>
            <a:ext cx="25603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问答助手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一键问答 / 多轮对话 / 知识推荐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住建知识引擎  -  搜索  |  推荐  |  推理  |  分析  |  监控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105156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住建知识库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315968"/>
            <a:ext cx="1920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法理知识库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法规条文/执法事项/裁量基准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4315968"/>
            <a:ext cx="1920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安全知识库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技术标准/检查清单/隐患案例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4315968"/>
            <a:ext cx="1920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审批流程/监管规程/预警规则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4315968"/>
            <a:ext cx="1920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历史案例库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执法案例/整改案例/事故案例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Demo演示说明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2344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知识搜索门户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207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一句话找答案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输入：工地扬尘超标如何处理？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返回：海南省大气污染防治条例、处罚标准、关联案例、防治标准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查找时间：30分钟 &gt; 3分钟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73152" cy="12344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执法智能助手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532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智能辅助立案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862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输入：擅自倾倒建筑垃圾违法行为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返回：适用法规、处罚依据、类似案例、处置方案建议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立案时间：2小时 &gt; 20分钟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49040"/>
            <a:ext cx="73152" cy="12344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工程监管助手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6160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问题诊断与建议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输入：工地混凝土表面裂缝问题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434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返回：问题类型、严重程度判定、适用标准、处理建议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16052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38A16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问题定位：快速准确，有据可依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01168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30分钟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3分钟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11430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143000"/>
            <a:ext cx="201168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执法依据匹配率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43000"/>
            <a:ext cx="201168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新人上手周期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3个月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1个月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03720" y="11430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143000"/>
            <a:ext cx="201168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历史案例复用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3倍以上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统一知识门户，打破信息孤岛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83280" y="39319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2" name="Text 40"/>
          <p:cNvSpPr/>
          <p:nvPr/>
        </p:nvSpPr>
        <p:spPr>
          <a:xfrm>
            <a:off x="3383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智能辅助决策，降低执法风险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39319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7512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知识沉淀积累，赋能业务创新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可复制推广场景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综合执法领域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适用：各省市城管执法局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全国城管执法改革同步需求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工程质检领域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适用：各省市住建/质监站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建筑安全监管全国统一要求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应急管理领域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适用：省市县应急管理部门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危化品、矿山等监管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83280"/>
            <a:ext cx="54864" cy="5486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市场监管领域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适用：工商、食药监局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放管服改革下的智慧监管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全国住建系统信息化建设需求旺盛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知识图谱技术在政务领域加速落地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东方金信 + 腾讯云联合推广优势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后续推进计划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69494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2801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1-3个月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240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2240280"/>
            <a:ext cx="265176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海南省住建知识库一期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综合执法、工程监管核心业务覆盖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预期投入：约300万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3-6个月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2240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0" y="2240280"/>
            <a:ext cx="26517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全省推广与能力扩展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市县全覆盖 + 领域扩展 + 生态对接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预期投入：约700万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12801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240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2240280"/>
            <a:ext cx="265176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跨省复制与行业标准化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形成省级标杆案例 + 全国推广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预期投入：千万级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105156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树立省级标杆，为全省推广奠定基础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沉淀可复制的知识图谱建设方法论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积累政务知识图谱落地经验，形成海南模式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灵活的合作模式，适配不同客户需求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64008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知识库+引擎+应用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一站式交付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参考报价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300-500万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适用：新建项目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554480"/>
            <a:ext cx="201168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知识库建设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仅住建知识库建设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对接现有平台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320040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参考报价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150-200万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适用：已有平台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554480"/>
            <a:ext cx="201168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能力赋能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AI能力接入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现有系统集成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20040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参考报价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80-150万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适用：集成需求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15544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554480"/>
            <a:ext cx="2011680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联合运营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长期运营服务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持续知识更新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320040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参考报价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年度服务费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适用：持续服务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2B6CB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4299E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期待与您深入合作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北京东方金信科技股份有限公司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数据研究院 / 数据库事业部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www.seaboxdata.com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北京东方金信科技股份有限公司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海南省住建行业知识图谱AI解决方案</dc:title>
  <dc:subject>PptxGenJS Presentation</dc:subject>
  <dc:creator>东方金信</dc:creator>
  <cp:lastModifiedBy>东方金信</cp:lastModifiedBy>
  <cp:revision>1</cp:revision>
  <dcterms:created xsi:type="dcterms:W3CDTF">2026-05-12T09:06:17Z</dcterms:created>
  <dcterms:modified xsi:type="dcterms:W3CDTF">2026-05-12T09:06:17Z</dcterms:modified>
</cp:coreProperties>
</file>